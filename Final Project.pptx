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06" r:id="rId4"/>
    <p:sldId id="309" r:id="rId5"/>
    <p:sldId id="310" r:id="rId6"/>
    <p:sldId id="307" r:id="rId7"/>
    <p:sldId id="308" r:id="rId8"/>
    <p:sldId id="304" r:id="rId9"/>
    <p:sldId id="315" r:id="rId10"/>
    <p:sldId id="316" r:id="rId11"/>
    <p:sldId id="301" r:id="rId12"/>
    <p:sldId id="297" r:id="rId13"/>
    <p:sldId id="318" r:id="rId14"/>
    <p:sldId id="319" r:id="rId15"/>
    <p:sldId id="311" r:id="rId16"/>
    <p:sldId id="312" r:id="rId17"/>
    <p:sldId id="313" r:id="rId18"/>
    <p:sldId id="314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385917-856C-4957-9EA1-FCD374C7236D}" v="1333" dt="2025-01-17T07:28:50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Ê QUANG HUY" userId="80bea3ae-5fb7-425b-bdab-540bfaeb149f" providerId="ADAL" clId="{9E385917-856C-4957-9EA1-FCD374C7236D}"/>
    <pc:docChg chg="undo redo custSel addSld delSld modSld sldOrd">
      <pc:chgData name="LÊ QUANG HUY" userId="80bea3ae-5fb7-425b-bdab-540bfaeb149f" providerId="ADAL" clId="{9E385917-856C-4957-9EA1-FCD374C7236D}" dt="2025-01-17T07:28:50.358" v="2207" actId="20577"/>
      <pc:docMkLst>
        <pc:docMk/>
      </pc:docMkLst>
      <pc:sldChg chg="modSp mod">
        <pc:chgData name="LÊ QUANG HUY" userId="80bea3ae-5fb7-425b-bdab-540bfaeb149f" providerId="ADAL" clId="{9E385917-856C-4957-9EA1-FCD374C7236D}" dt="2025-01-17T06:41:25.442" v="1956" actId="27636"/>
        <pc:sldMkLst>
          <pc:docMk/>
          <pc:sldMk cId="3566875077" sldId="256"/>
        </pc:sldMkLst>
        <pc:spChg chg="mod">
          <ac:chgData name="LÊ QUANG HUY" userId="80bea3ae-5fb7-425b-bdab-540bfaeb149f" providerId="ADAL" clId="{9E385917-856C-4957-9EA1-FCD374C7236D}" dt="2025-01-17T06:41:25.442" v="1956" actId="27636"/>
          <ac:spMkLst>
            <pc:docMk/>
            <pc:sldMk cId="3566875077" sldId="256"/>
            <ac:spMk id="3" creationId="{4B231EF2-65C6-398B-8A91-0E55DF276D2A}"/>
          </ac:spMkLst>
        </pc:spChg>
      </pc:sldChg>
      <pc:sldChg chg="modSp mod">
        <pc:chgData name="LÊ QUANG HUY" userId="80bea3ae-5fb7-425b-bdab-540bfaeb149f" providerId="ADAL" clId="{9E385917-856C-4957-9EA1-FCD374C7236D}" dt="2025-01-17T06:10:17.430" v="1433" actId="20577"/>
        <pc:sldMkLst>
          <pc:docMk/>
          <pc:sldMk cId="203646986" sldId="258"/>
        </pc:sldMkLst>
        <pc:spChg chg="mod">
          <ac:chgData name="LÊ QUANG HUY" userId="80bea3ae-5fb7-425b-bdab-540bfaeb149f" providerId="ADAL" clId="{9E385917-856C-4957-9EA1-FCD374C7236D}" dt="2025-01-17T06:10:17.430" v="1433" actId="20577"/>
          <ac:spMkLst>
            <pc:docMk/>
            <pc:sldMk cId="203646986" sldId="258"/>
            <ac:spMk id="3" creationId="{08AD23BC-AF54-E19C-087E-ECBDC1BD0EEA}"/>
          </ac:spMkLst>
        </pc:spChg>
      </pc:sldChg>
      <pc:sldChg chg="modSp add del mod">
        <pc:chgData name="LÊ QUANG HUY" userId="80bea3ae-5fb7-425b-bdab-540bfaeb149f" providerId="ADAL" clId="{9E385917-856C-4957-9EA1-FCD374C7236D}" dt="2025-01-17T07:10:47.524" v="1999" actId="2696"/>
        <pc:sldMkLst>
          <pc:docMk/>
          <pc:sldMk cId="629816056" sldId="292"/>
        </pc:sldMkLst>
        <pc:spChg chg="mod">
          <ac:chgData name="LÊ QUANG HUY" userId="80bea3ae-5fb7-425b-bdab-540bfaeb149f" providerId="ADAL" clId="{9E385917-856C-4957-9EA1-FCD374C7236D}" dt="2025-01-17T06:44:13.597" v="1988" actId="21"/>
          <ac:spMkLst>
            <pc:docMk/>
            <pc:sldMk cId="629816056" sldId="292"/>
            <ac:spMk id="3" creationId="{11E851EA-D0BE-E69B-9E63-9F5C97CCAF49}"/>
          </ac:spMkLst>
        </pc:spChg>
      </pc:sldChg>
      <pc:sldChg chg="modSp del mod">
        <pc:chgData name="LÊ QUANG HUY" userId="80bea3ae-5fb7-425b-bdab-540bfaeb149f" providerId="ADAL" clId="{9E385917-856C-4957-9EA1-FCD374C7236D}" dt="2025-01-17T05:20:30.763" v="1377" actId="2696"/>
        <pc:sldMkLst>
          <pc:docMk/>
          <pc:sldMk cId="515469680" sldId="295"/>
        </pc:sldMkLst>
      </pc:sldChg>
      <pc:sldChg chg="modSp mod">
        <pc:chgData name="LÊ QUANG HUY" userId="80bea3ae-5fb7-425b-bdab-540bfaeb149f" providerId="ADAL" clId="{9E385917-856C-4957-9EA1-FCD374C7236D}" dt="2025-01-17T05:15:21.933" v="1355" actId="20577"/>
        <pc:sldMkLst>
          <pc:docMk/>
          <pc:sldMk cId="3650866188" sldId="297"/>
        </pc:sldMkLst>
        <pc:spChg chg="mod">
          <ac:chgData name="LÊ QUANG HUY" userId="80bea3ae-5fb7-425b-bdab-540bfaeb149f" providerId="ADAL" clId="{9E385917-856C-4957-9EA1-FCD374C7236D}" dt="2025-01-17T05:15:21.933" v="1355" actId="20577"/>
          <ac:spMkLst>
            <pc:docMk/>
            <pc:sldMk cId="3650866188" sldId="297"/>
            <ac:spMk id="3" creationId="{1D823374-15B6-BBFD-A90D-55D754853FB5}"/>
          </ac:spMkLst>
        </pc:spChg>
      </pc:sldChg>
      <pc:sldChg chg="modSp mod">
        <pc:chgData name="LÊ QUANG HUY" userId="80bea3ae-5fb7-425b-bdab-540bfaeb149f" providerId="ADAL" clId="{9E385917-856C-4957-9EA1-FCD374C7236D}" dt="2025-01-17T07:22:22.487" v="2165" actId="20577"/>
        <pc:sldMkLst>
          <pc:docMk/>
          <pc:sldMk cId="1052933572" sldId="298"/>
        </pc:sldMkLst>
        <pc:spChg chg="mod">
          <ac:chgData name="LÊ QUANG HUY" userId="80bea3ae-5fb7-425b-bdab-540bfaeb149f" providerId="ADAL" clId="{9E385917-856C-4957-9EA1-FCD374C7236D}" dt="2025-01-17T07:22:22.487" v="2165" actId="20577"/>
          <ac:spMkLst>
            <pc:docMk/>
            <pc:sldMk cId="1052933572" sldId="298"/>
            <ac:spMk id="3" creationId="{EA28BB10-D92E-5358-3CB9-33331ABFDC47}"/>
          </ac:spMkLst>
        </pc:spChg>
      </pc:sldChg>
      <pc:sldChg chg="modSp mod">
        <pc:chgData name="LÊ QUANG HUY" userId="80bea3ae-5fb7-425b-bdab-540bfaeb149f" providerId="ADAL" clId="{9E385917-856C-4957-9EA1-FCD374C7236D}" dt="2025-01-17T07:22:41.503" v="2166" actId="20577"/>
        <pc:sldMkLst>
          <pc:docMk/>
          <pc:sldMk cId="1504584486" sldId="299"/>
        </pc:sldMkLst>
        <pc:spChg chg="mod">
          <ac:chgData name="LÊ QUANG HUY" userId="80bea3ae-5fb7-425b-bdab-540bfaeb149f" providerId="ADAL" clId="{9E385917-856C-4957-9EA1-FCD374C7236D}" dt="2025-01-17T05:19:48.717" v="1372"/>
          <ac:spMkLst>
            <pc:docMk/>
            <pc:sldMk cId="1504584486" sldId="299"/>
            <ac:spMk id="2" creationId="{462FEDC3-8089-06AE-3F0F-3D703ADE74A6}"/>
          </ac:spMkLst>
        </pc:spChg>
        <pc:spChg chg="mod">
          <ac:chgData name="LÊ QUANG HUY" userId="80bea3ae-5fb7-425b-bdab-540bfaeb149f" providerId="ADAL" clId="{9E385917-856C-4957-9EA1-FCD374C7236D}" dt="2025-01-17T07:22:41.503" v="2166" actId="20577"/>
          <ac:spMkLst>
            <pc:docMk/>
            <pc:sldMk cId="1504584486" sldId="299"/>
            <ac:spMk id="3" creationId="{8595AFEE-C7CC-B0EB-F21C-1E12B752CE2F}"/>
          </ac:spMkLst>
        </pc:spChg>
      </pc:sldChg>
      <pc:sldChg chg="modSp mod modShow">
        <pc:chgData name="LÊ QUANG HUY" userId="80bea3ae-5fb7-425b-bdab-540bfaeb149f" providerId="ADAL" clId="{9E385917-856C-4957-9EA1-FCD374C7236D}" dt="2025-01-17T06:18:06.454" v="1651" actId="729"/>
        <pc:sldMkLst>
          <pc:docMk/>
          <pc:sldMk cId="670258089" sldId="300"/>
        </pc:sldMkLst>
        <pc:spChg chg="mod">
          <ac:chgData name="LÊ QUANG HUY" userId="80bea3ae-5fb7-425b-bdab-540bfaeb149f" providerId="ADAL" clId="{9E385917-856C-4957-9EA1-FCD374C7236D}" dt="2025-01-17T06:17:50.559" v="1650" actId="20577"/>
          <ac:spMkLst>
            <pc:docMk/>
            <pc:sldMk cId="670258089" sldId="300"/>
            <ac:spMk id="3" creationId="{3504E224-F5AA-DB94-7372-DCB15E8B7321}"/>
          </ac:spMkLst>
        </pc:spChg>
      </pc:sldChg>
      <pc:sldChg chg="modSp new mod">
        <pc:chgData name="LÊ QUANG HUY" userId="80bea3ae-5fb7-425b-bdab-540bfaeb149f" providerId="ADAL" clId="{9E385917-856C-4957-9EA1-FCD374C7236D}" dt="2025-01-17T07:28:50.358" v="2207" actId="20577"/>
        <pc:sldMkLst>
          <pc:docMk/>
          <pc:sldMk cId="676894537" sldId="301"/>
        </pc:sldMkLst>
        <pc:spChg chg="mod">
          <ac:chgData name="LÊ QUANG HUY" userId="80bea3ae-5fb7-425b-bdab-540bfaeb149f" providerId="ADAL" clId="{9E385917-856C-4957-9EA1-FCD374C7236D}" dt="2025-01-12T04:07:57.159" v="691" actId="20577"/>
          <ac:spMkLst>
            <pc:docMk/>
            <pc:sldMk cId="676894537" sldId="301"/>
            <ac:spMk id="2" creationId="{743BE0ED-6F25-5EA6-DEB9-2A864F1595FD}"/>
          </ac:spMkLst>
        </pc:spChg>
        <pc:spChg chg="mod">
          <ac:chgData name="LÊ QUANG HUY" userId="80bea3ae-5fb7-425b-bdab-540bfaeb149f" providerId="ADAL" clId="{9E385917-856C-4957-9EA1-FCD374C7236D}" dt="2025-01-17T07:28:50.358" v="2207" actId="20577"/>
          <ac:spMkLst>
            <pc:docMk/>
            <pc:sldMk cId="676894537" sldId="301"/>
            <ac:spMk id="3" creationId="{16FBBC6E-B8D8-5F0B-F60C-2348C17D575A}"/>
          </ac:spMkLst>
        </pc:spChg>
      </pc:sldChg>
      <pc:sldChg chg="addSp modSp new mod modShow">
        <pc:chgData name="LÊ QUANG HUY" userId="80bea3ae-5fb7-425b-bdab-540bfaeb149f" providerId="ADAL" clId="{9E385917-856C-4957-9EA1-FCD374C7236D}" dt="2025-01-17T06:23:29.182" v="1704" actId="20577"/>
        <pc:sldMkLst>
          <pc:docMk/>
          <pc:sldMk cId="433353619" sldId="302"/>
        </pc:sldMkLst>
        <pc:spChg chg="mod">
          <ac:chgData name="LÊ QUANG HUY" userId="80bea3ae-5fb7-425b-bdab-540bfaeb149f" providerId="ADAL" clId="{9E385917-856C-4957-9EA1-FCD374C7236D}" dt="2025-01-12T07:47:41.173" v="827" actId="20577"/>
          <ac:spMkLst>
            <pc:docMk/>
            <pc:sldMk cId="433353619" sldId="302"/>
            <ac:spMk id="2" creationId="{DFBF0C6C-5B7C-AB37-7775-093C7D7AE8EA}"/>
          </ac:spMkLst>
        </pc:spChg>
        <pc:spChg chg="mod">
          <ac:chgData name="LÊ QUANG HUY" userId="80bea3ae-5fb7-425b-bdab-540bfaeb149f" providerId="ADAL" clId="{9E385917-856C-4957-9EA1-FCD374C7236D}" dt="2025-01-17T06:23:29.182" v="1704" actId="20577"/>
          <ac:spMkLst>
            <pc:docMk/>
            <pc:sldMk cId="433353619" sldId="302"/>
            <ac:spMk id="3" creationId="{E7EEC2CE-E654-2376-B360-AC5252F62641}"/>
          </ac:spMkLst>
        </pc:spChg>
        <pc:spChg chg="add mod">
          <ac:chgData name="LÊ QUANG HUY" userId="80bea3ae-5fb7-425b-bdab-540bfaeb149f" providerId="ADAL" clId="{9E385917-856C-4957-9EA1-FCD374C7236D}" dt="2025-01-12T03:59:10.818" v="513"/>
          <ac:spMkLst>
            <pc:docMk/>
            <pc:sldMk cId="433353619" sldId="302"/>
            <ac:spMk id="4" creationId="{3884B776-9F03-945F-CAC2-C4999D7CFF2F}"/>
          </ac:spMkLst>
        </pc:spChg>
      </pc:sldChg>
      <pc:sldChg chg="modSp new mod modShow">
        <pc:chgData name="LÊ QUANG HUY" userId="80bea3ae-5fb7-425b-bdab-540bfaeb149f" providerId="ADAL" clId="{9E385917-856C-4957-9EA1-FCD374C7236D}" dt="2025-01-17T06:34:04.925" v="1872" actId="20577"/>
        <pc:sldMkLst>
          <pc:docMk/>
          <pc:sldMk cId="3967402122" sldId="303"/>
        </pc:sldMkLst>
        <pc:spChg chg="mod">
          <ac:chgData name="LÊ QUANG HUY" userId="80bea3ae-5fb7-425b-bdab-540bfaeb149f" providerId="ADAL" clId="{9E385917-856C-4957-9EA1-FCD374C7236D}" dt="2025-01-12T08:09:01.149" v="1322" actId="20577"/>
          <ac:spMkLst>
            <pc:docMk/>
            <pc:sldMk cId="3967402122" sldId="303"/>
            <ac:spMk id="2" creationId="{05E655E1-D201-C5B5-B571-B70587A6462C}"/>
          </ac:spMkLst>
        </pc:spChg>
        <pc:spChg chg="mod">
          <ac:chgData name="LÊ QUANG HUY" userId="80bea3ae-5fb7-425b-bdab-540bfaeb149f" providerId="ADAL" clId="{9E385917-856C-4957-9EA1-FCD374C7236D}" dt="2025-01-17T06:34:04.925" v="1872" actId="20577"/>
          <ac:spMkLst>
            <pc:docMk/>
            <pc:sldMk cId="3967402122" sldId="303"/>
            <ac:spMk id="3" creationId="{CF8C484D-6D3A-A6A8-3819-06F4F42EFA8B}"/>
          </ac:spMkLst>
        </pc:spChg>
      </pc:sldChg>
      <pc:sldChg chg="addSp delSp modSp new mod ord">
        <pc:chgData name="LÊ QUANG HUY" userId="80bea3ae-5fb7-425b-bdab-540bfaeb149f" providerId="ADAL" clId="{9E385917-856C-4957-9EA1-FCD374C7236D}" dt="2025-01-17T07:11:41.585" v="2037"/>
        <pc:sldMkLst>
          <pc:docMk/>
          <pc:sldMk cId="1921714161" sldId="304"/>
        </pc:sldMkLst>
        <pc:spChg chg="mod">
          <ac:chgData name="LÊ QUANG HUY" userId="80bea3ae-5fb7-425b-bdab-540bfaeb149f" providerId="ADAL" clId="{9E385917-856C-4957-9EA1-FCD374C7236D}" dt="2025-01-17T06:10:24.281" v="1468" actId="20577"/>
          <ac:spMkLst>
            <pc:docMk/>
            <pc:sldMk cId="1921714161" sldId="304"/>
            <ac:spMk id="2" creationId="{0203E6F3-0DA7-60DF-1B2E-6150EC34436E}"/>
          </ac:spMkLst>
        </pc:spChg>
        <pc:spChg chg="mod">
          <ac:chgData name="LÊ QUANG HUY" userId="80bea3ae-5fb7-425b-bdab-540bfaeb149f" providerId="ADAL" clId="{9E385917-856C-4957-9EA1-FCD374C7236D}" dt="2025-01-17T07:10:52.803" v="2000" actId="20577"/>
          <ac:spMkLst>
            <pc:docMk/>
            <pc:sldMk cId="1921714161" sldId="304"/>
            <ac:spMk id="3" creationId="{A31B4B87-E885-0382-8769-7F09E39DB5A3}"/>
          </ac:spMkLst>
        </pc:spChg>
        <pc:picChg chg="add del">
          <ac:chgData name="LÊ QUANG HUY" userId="80bea3ae-5fb7-425b-bdab-540bfaeb149f" providerId="ADAL" clId="{9E385917-856C-4957-9EA1-FCD374C7236D}" dt="2025-01-17T07:09:24.255" v="1995" actId="22"/>
          <ac:picMkLst>
            <pc:docMk/>
            <pc:sldMk cId="1921714161" sldId="304"/>
            <ac:picMk id="5" creationId="{5D179524-1FE5-B787-9DC2-1579A145BD47}"/>
          </ac:picMkLst>
        </pc:picChg>
        <pc:picChg chg="add del">
          <ac:chgData name="LÊ QUANG HUY" userId="80bea3ae-5fb7-425b-bdab-540bfaeb149f" providerId="ADAL" clId="{9E385917-856C-4957-9EA1-FCD374C7236D}" dt="2025-01-17T07:10:55.510" v="2002" actId="22"/>
          <ac:picMkLst>
            <pc:docMk/>
            <pc:sldMk cId="1921714161" sldId="304"/>
            <ac:picMk id="7" creationId="{335FFE18-26D9-4CB5-1F88-D3CB12CEA23E}"/>
          </ac:picMkLst>
        </pc:picChg>
        <pc:picChg chg="add del">
          <ac:chgData name="LÊ QUANG HUY" userId="80bea3ae-5fb7-425b-bdab-540bfaeb149f" providerId="ADAL" clId="{9E385917-856C-4957-9EA1-FCD374C7236D}" dt="2025-01-17T07:11:10.060" v="2004" actId="22"/>
          <ac:picMkLst>
            <pc:docMk/>
            <pc:sldMk cId="1921714161" sldId="304"/>
            <ac:picMk id="9" creationId="{0DDE6758-5D5F-95D1-FC4C-828B1F76BB2D}"/>
          </ac:picMkLst>
        </pc:picChg>
      </pc:sldChg>
      <pc:sldChg chg="modSp new del mod">
        <pc:chgData name="LÊ QUANG HUY" userId="80bea3ae-5fb7-425b-bdab-540bfaeb149f" providerId="ADAL" clId="{9E385917-856C-4957-9EA1-FCD374C7236D}" dt="2025-01-17T06:16:28.908" v="1625" actId="2696"/>
        <pc:sldMkLst>
          <pc:docMk/>
          <pc:sldMk cId="2118508454" sldId="305"/>
        </pc:sldMkLst>
        <pc:spChg chg="mod">
          <ac:chgData name="LÊ QUANG HUY" userId="80bea3ae-5fb7-425b-bdab-540bfaeb149f" providerId="ADAL" clId="{9E385917-856C-4957-9EA1-FCD374C7236D}" dt="2025-01-17T06:14:09.822" v="1550"/>
          <ac:spMkLst>
            <pc:docMk/>
            <pc:sldMk cId="2118508454" sldId="305"/>
            <ac:spMk id="2" creationId="{3A526FE8-903C-92EF-F869-6B17634CEEFB}"/>
          </ac:spMkLst>
        </pc:spChg>
        <pc:spChg chg="mod">
          <ac:chgData name="LÊ QUANG HUY" userId="80bea3ae-5fb7-425b-bdab-540bfaeb149f" providerId="ADAL" clId="{9E385917-856C-4957-9EA1-FCD374C7236D}" dt="2025-01-17T06:15:18.382" v="1608" actId="20577"/>
          <ac:spMkLst>
            <pc:docMk/>
            <pc:sldMk cId="2118508454" sldId="305"/>
            <ac:spMk id="3" creationId="{7687682A-EEB2-9761-56C3-6E85B98A7B20}"/>
          </ac:spMkLst>
        </pc:spChg>
      </pc:sldChg>
      <pc:sldChg chg="modSp new mod modShow">
        <pc:chgData name="LÊ QUANG HUY" userId="80bea3ae-5fb7-425b-bdab-540bfaeb149f" providerId="ADAL" clId="{9E385917-856C-4957-9EA1-FCD374C7236D}" dt="2025-01-17T07:23:08.186" v="2167" actId="729"/>
        <pc:sldMkLst>
          <pc:docMk/>
          <pc:sldMk cId="3804806201" sldId="305"/>
        </pc:sldMkLst>
        <pc:spChg chg="mod">
          <ac:chgData name="LÊ QUANG HUY" userId="80bea3ae-5fb7-425b-bdab-540bfaeb149f" providerId="ADAL" clId="{9E385917-856C-4957-9EA1-FCD374C7236D}" dt="2025-01-17T06:24:31.259" v="1712" actId="20577"/>
          <ac:spMkLst>
            <pc:docMk/>
            <pc:sldMk cId="3804806201" sldId="305"/>
            <ac:spMk id="2" creationId="{628101E3-CFEF-3BD0-3CB8-9A7EC21D81F7}"/>
          </ac:spMkLst>
        </pc:spChg>
        <pc:spChg chg="mod">
          <ac:chgData name="LÊ QUANG HUY" userId="80bea3ae-5fb7-425b-bdab-540bfaeb149f" providerId="ADAL" clId="{9E385917-856C-4957-9EA1-FCD374C7236D}" dt="2025-01-17T06:31:27.674" v="1850"/>
          <ac:spMkLst>
            <pc:docMk/>
            <pc:sldMk cId="3804806201" sldId="305"/>
            <ac:spMk id="3" creationId="{7A6D56F1-2D2F-B3DC-CE4E-6E2A9B6BD6A6}"/>
          </ac:spMkLst>
        </pc:spChg>
      </pc:sldChg>
      <pc:sldChg chg="addSp delSp modSp new mod ord">
        <pc:chgData name="LÊ QUANG HUY" userId="80bea3ae-5fb7-425b-bdab-540bfaeb149f" providerId="ADAL" clId="{9E385917-856C-4957-9EA1-FCD374C7236D}" dt="2025-01-17T07:15:18.581" v="2161"/>
        <pc:sldMkLst>
          <pc:docMk/>
          <pc:sldMk cId="3671431755" sldId="306"/>
        </pc:sldMkLst>
        <pc:spChg chg="mod">
          <ac:chgData name="LÊ QUANG HUY" userId="80bea3ae-5fb7-425b-bdab-540bfaeb149f" providerId="ADAL" clId="{9E385917-856C-4957-9EA1-FCD374C7236D}" dt="2025-01-17T07:11:38.153" v="2035" actId="20577"/>
          <ac:spMkLst>
            <pc:docMk/>
            <pc:sldMk cId="3671431755" sldId="306"/>
            <ac:spMk id="2" creationId="{4DF09D84-0D5B-ABE0-BBF0-82374E6F0B56}"/>
          </ac:spMkLst>
        </pc:spChg>
        <pc:spChg chg="del">
          <ac:chgData name="LÊ QUANG HUY" userId="80bea3ae-5fb7-425b-bdab-540bfaeb149f" providerId="ADAL" clId="{9E385917-856C-4957-9EA1-FCD374C7236D}" dt="2025-01-17T07:11:27.002" v="2006" actId="22"/>
          <ac:spMkLst>
            <pc:docMk/>
            <pc:sldMk cId="3671431755" sldId="306"/>
            <ac:spMk id="3" creationId="{BFED4F53-5606-EA66-2085-D5D6A9DCCAD9}"/>
          </ac:spMkLst>
        </pc:spChg>
        <pc:picChg chg="add mod ord">
          <ac:chgData name="LÊ QUANG HUY" userId="80bea3ae-5fb7-425b-bdab-540bfaeb149f" providerId="ADAL" clId="{9E385917-856C-4957-9EA1-FCD374C7236D}" dt="2025-01-17T07:11:27.002" v="2006" actId="22"/>
          <ac:picMkLst>
            <pc:docMk/>
            <pc:sldMk cId="3671431755" sldId="306"/>
            <ac:picMk id="5" creationId="{020C758D-0BBC-8E5C-8A39-D47A9A4E9FC0}"/>
          </ac:picMkLst>
        </pc:picChg>
      </pc:sldChg>
      <pc:sldChg chg="addSp delSp modSp new mod ord">
        <pc:chgData name="LÊ QUANG HUY" userId="80bea3ae-5fb7-425b-bdab-540bfaeb149f" providerId="ADAL" clId="{9E385917-856C-4957-9EA1-FCD374C7236D}" dt="2025-01-17T07:12:16.779" v="2074" actId="20577"/>
        <pc:sldMkLst>
          <pc:docMk/>
          <pc:sldMk cId="733906280" sldId="307"/>
        </pc:sldMkLst>
        <pc:spChg chg="mod">
          <ac:chgData name="LÊ QUANG HUY" userId="80bea3ae-5fb7-425b-bdab-540bfaeb149f" providerId="ADAL" clId="{9E385917-856C-4957-9EA1-FCD374C7236D}" dt="2025-01-17T07:12:16.779" v="2074" actId="20577"/>
          <ac:spMkLst>
            <pc:docMk/>
            <pc:sldMk cId="733906280" sldId="307"/>
            <ac:spMk id="2" creationId="{349D8E49-6BB2-753C-7951-6A800B114E3B}"/>
          </ac:spMkLst>
        </pc:spChg>
        <pc:spChg chg="del">
          <ac:chgData name="LÊ QUANG HUY" userId="80bea3ae-5fb7-425b-bdab-540bfaeb149f" providerId="ADAL" clId="{9E385917-856C-4957-9EA1-FCD374C7236D}" dt="2025-01-17T07:12:08.237" v="2041" actId="22"/>
          <ac:spMkLst>
            <pc:docMk/>
            <pc:sldMk cId="733906280" sldId="307"/>
            <ac:spMk id="3" creationId="{239F9B5D-1F83-074C-B06C-24EF9A6AF1A5}"/>
          </ac:spMkLst>
        </pc:spChg>
        <pc:picChg chg="add mod ord">
          <ac:chgData name="LÊ QUANG HUY" userId="80bea3ae-5fb7-425b-bdab-540bfaeb149f" providerId="ADAL" clId="{9E385917-856C-4957-9EA1-FCD374C7236D}" dt="2025-01-17T07:12:08.237" v="2041" actId="22"/>
          <ac:picMkLst>
            <pc:docMk/>
            <pc:sldMk cId="733906280" sldId="307"/>
            <ac:picMk id="5" creationId="{46271D27-1256-4D56-0893-87942B780E5C}"/>
          </ac:picMkLst>
        </pc:picChg>
      </pc:sldChg>
      <pc:sldChg chg="addSp delSp modSp new mod">
        <pc:chgData name="LÊ QUANG HUY" userId="80bea3ae-5fb7-425b-bdab-540bfaeb149f" providerId="ADAL" clId="{9E385917-856C-4957-9EA1-FCD374C7236D}" dt="2025-01-17T07:13:20.561" v="2111" actId="20577"/>
        <pc:sldMkLst>
          <pc:docMk/>
          <pc:sldMk cId="612833735" sldId="308"/>
        </pc:sldMkLst>
        <pc:spChg chg="mod">
          <ac:chgData name="LÊ QUANG HUY" userId="80bea3ae-5fb7-425b-bdab-540bfaeb149f" providerId="ADAL" clId="{9E385917-856C-4957-9EA1-FCD374C7236D}" dt="2025-01-17T07:13:20.561" v="2111" actId="20577"/>
          <ac:spMkLst>
            <pc:docMk/>
            <pc:sldMk cId="612833735" sldId="308"/>
            <ac:spMk id="2" creationId="{B648D571-1EE4-E2A7-C52F-0013C1760A14}"/>
          </ac:spMkLst>
        </pc:spChg>
        <pc:spChg chg="add del">
          <ac:chgData name="LÊ QUANG HUY" userId="80bea3ae-5fb7-425b-bdab-540bfaeb149f" providerId="ADAL" clId="{9E385917-856C-4957-9EA1-FCD374C7236D}" dt="2025-01-17T07:13:13.728" v="2082" actId="22"/>
          <ac:spMkLst>
            <pc:docMk/>
            <pc:sldMk cId="612833735" sldId="308"/>
            <ac:spMk id="3" creationId="{5C9BB8A0-5540-A9E0-9F82-AC1156AF03F9}"/>
          </ac:spMkLst>
        </pc:spChg>
        <pc:spChg chg="add mod">
          <ac:chgData name="LÊ QUANG HUY" userId="80bea3ae-5fb7-425b-bdab-540bfaeb149f" providerId="ADAL" clId="{9E385917-856C-4957-9EA1-FCD374C7236D}" dt="2025-01-17T07:12:46.803" v="2077"/>
          <ac:spMkLst>
            <pc:docMk/>
            <pc:sldMk cId="612833735" sldId="308"/>
            <ac:spMk id="4" creationId="{2AAC6187-5F6B-6527-9283-2237792C38C9}"/>
          </ac:spMkLst>
        </pc:spChg>
        <pc:spChg chg="add mod">
          <ac:chgData name="LÊ QUANG HUY" userId="80bea3ae-5fb7-425b-bdab-540bfaeb149f" providerId="ADAL" clId="{9E385917-856C-4957-9EA1-FCD374C7236D}" dt="2025-01-17T07:12:54.143" v="2079"/>
          <ac:spMkLst>
            <pc:docMk/>
            <pc:sldMk cId="612833735" sldId="308"/>
            <ac:spMk id="5" creationId="{AD83B0B7-80D5-CBF3-4E21-8782B4597F22}"/>
          </ac:spMkLst>
        </pc:spChg>
        <pc:spChg chg="add mod">
          <ac:chgData name="LÊ QUANG HUY" userId="80bea3ae-5fb7-425b-bdab-540bfaeb149f" providerId="ADAL" clId="{9E385917-856C-4957-9EA1-FCD374C7236D}" dt="2025-01-17T07:12:58.598" v="2081"/>
          <ac:spMkLst>
            <pc:docMk/>
            <pc:sldMk cId="612833735" sldId="308"/>
            <ac:spMk id="6" creationId="{30F6CD09-8E71-355C-48AE-546DC665AD7E}"/>
          </ac:spMkLst>
        </pc:spChg>
        <pc:picChg chg="add mod ord">
          <ac:chgData name="LÊ QUANG HUY" userId="80bea3ae-5fb7-425b-bdab-540bfaeb149f" providerId="ADAL" clId="{9E385917-856C-4957-9EA1-FCD374C7236D}" dt="2025-01-17T07:13:13.728" v="2082" actId="22"/>
          <ac:picMkLst>
            <pc:docMk/>
            <pc:sldMk cId="612833735" sldId="308"/>
            <ac:picMk id="8" creationId="{77C76404-0ACB-6B6C-8006-EE0FB5216CD7}"/>
          </ac:picMkLst>
        </pc:picChg>
      </pc:sldChg>
      <pc:sldChg chg="addSp delSp modSp new mod ord">
        <pc:chgData name="LÊ QUANG HUY" userId="80bea3ae-5fb7-425b-bdab-540bfaeb149f" providerId="ADAL" clId="{9E385917-856C-4957-9EA1-FCD374C7236D}" dt="2025-01-17T07:13:53.138" v="2116"/>
        <pc:sldMkLst>
          <pc:docMk/>
          <pc:sldMk cId="838072687" sldId="309"/>
        </pc:sldMkLst>
        <pc:spChg chg="mod">
          <ac:chgData name="LÊ QUANG HUY" userId="80bea3ae-5fb7-425b-bdab-540bfaeb149f" providerId="ADAL" clId="{9E385917-856C-4957-9EA1-FCD374C7236D}" dt="2025-01-17T07:13:53.138" v="2116"/>
          <ac:spMkLst>
            <pc:docMk/>
            <pc:sldMk cId="838072687" sldId="309"/>
            <ac:spMk id="2" creationId="{44DB477C-A62C-9516-75F7-020657C8ECA0}"/>
          </ac:spMkLst>
        </pc:spChg>
        <pc:spChg chg="del">
          <ac:chgData name="LÊ QUANG HUY" userId="80bea3ae-5fb7-425b-bdab-540bfaeb149f" providerId="ADAL" clId="{9E385917-856C-4957-9EA1-FCD374C7236D}" dt="2025-01-17T07:13:47.379" v="2115" actId="22"/>
          <ac:spMkLst>
            <pc:docMk/>
            <pc:sldMk cId="838072687" sldId="309"/>
            <ac:spMk id="3" creationId="{C5FC7581-3E75-D135-2B1E-E32B9D7ADE54}"/>
          </ac:spMkLst>
        </pc:spChg>
        <pc:picChg chg="add mod ord">
          <ac:chgData name="LÊ QUANG HUY" userId="80bea3ae-5fb7-425b-bdab-540bfaeb149f" providerId="ADAL" clId="{9E385917-856C-4957-9EA1-FCD374C7236D}" dt="2025-01-17T07:13:47.379" v="2115" actId="22"/>
          <ac:picMkLst>
            <pc:docMk/>
            <pc:sldMk cId="838072687" sldId="309"/>
            <ac:picMk id="5" creationId="{EED17B42-AECC-E291-FF4A-7C9EF6303962}"/>
          </ac:picMkLst>
        </pc:picChg>
      </pc:sldChg>
      <pc:sldChg chg="addSp delSp modSp new mod">
        <pc:chgData name="LÊ QUANG HUY" userId="80bea3ae-5fb7-425b-bdab-540bfaeb149f" providerId="ADAL" clId="{9E385917-856C-4957-9EA1-FCD374C7236D}" dt="2025-01-17T07:14:11.748" v="2159" actId="20577"/>
        <pc:sldMkLst>
          <pc:docMk/>
          <pc:sldMk cId="1884526774" sldId="310"/>
        </pc:sldMkLst>
        <pc:spChg chg="mod">
          <ac:chgData name="LÊ QUANG HUY" userId="80bea3ae-5fb7-425b-bdab-540bfaeb149f" providerId="ADAL" clId="{9E385917-856C-4957-9EA1-FCD374C7236D}" dt="2025-01-17T07:14:11.748" v="2159" actId="20577"/>
          <ac:spMkLst>
            <pc:docMk/>
            <pc:sldMk cId="1884526774" sldId="310"/>
            <ac:spMk id="2" creationId="{5B9705F0-C9F9-CDA2-64B8-9EBDE9550454}"/>
          </ac:spMkLst>
        </pc:spChg>
        <pc:spChg chg="del">
          <ac:chgData name="LÊ QUANG HUY" userId="80bea3ae-5fb7-425b-bdab-540bfaeb149f" providerId="ADAL" clId="{9E385917-856C-4957-9EA1-FCD374C7236D}" dt="2025-01-17T07:14:01.993" v="2118" actId="22"/>
          <ac:spMkLst>
            <pc:docMk/>
            <pc:sldMk cId="1884526774" sldId="310"/>
            <ac:spMk id="3" creationId="{85A4C1AC-DDF7-A9AC-AB4B-BAEECE30918C}"/>
          </ac:spMkLst>
        </pc:spChg>
        <pc:picChg chg="add mod ord">
          <ac:chgData name="LÊ QUANG HUY" userId="80bea3ae-5fb7-425b-bdab-540bfaeb149f" providerId="ADAL" clId="{9E385917-856C-4957-9EA1-FCD374C7236D}" dt="2025-01-17T07:14:01.993" v="2118" actId="22"/>
          <ac:picMkLst>
            <pc:docMk/>
            <pc:sldMk cId="1884526774" sldId="310"/>
            <ac:picMk id="5" creationId="{5F4E1761-346C-1720-0FBF-21B4B7B9609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7602445-86AB-9A7C-26A5-423FD102C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33782EF9-FDFF-FA59-0B01-1D43D5055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9206C7-A209-9DFB-92A4-84F291AC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9C2B7-A3AF-4FD1-993C-8910D6484E5E}" type="datetimeFigureOut">
              <a:rPr lang="en-US" smtClean="0"/>
              <a:t>07/04/2025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AA9ED1C-B6C4-F38E-8828-773349404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A8C4AEA-6761-59C3-75DF-A831AAA1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FB425-D9E3-41ED-AD30-0893D565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6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9F80426-9396-6E1B-FAFE-09D03E9C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C447769-F887-A801-BAD1-A5EAA894E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E222418-8D45-0D8E-63D1-C7F232876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9C2B7-A3AF-4FD1-993C-8910D6484E5E}" type="datetimeFigureOut">
              <a:rPr lang="en-US" smtClean="0"/>
              <a:t>07/04/2025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66CEBB0-3F95-2160-8C8D-AC946D2E2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BD5EDBD-7215-B144-1A3B-903C4D01C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FB425-D9E3-41ED-AD30-0893D565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9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BD90AD8-810F-7785-51E4-3C9D227AF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DEC262D2-D0BA-4DF9-F0B3-83C04611E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B11274E-0976-C602-7ECE-C2A8508DC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9C2B7-A3AF-4FD1-993C-8910D6484E5E}" type="datetimeFigureOut">
              <a:rPr lang="en-US" smtClean="0"/>
              <a:t>07/04/2025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1C8A833-8905-D169-8737-D7FBD3551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2B6A3B7-8DAF-6E51-A6B3-CA00E9AE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FB425-D9E3-41ED-AD30-0893D565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4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F485C3D-36B0-5136-DACC-D492B1DA7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EC9FB6B-73D7-1F9F-7E49-5080462D42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225E5647-C82F-FE49-DCDF-FC8619710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BC5E6328-0E8C-5E61-4FED-3B7CA67C7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9C2B7-A3AF-4FD1-993C-8910D6484E5E}" type="datetimeFigureOut">
              <a:rPr lang="en-US" smtClean="0"/>
              <a:t>07/04/2025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2D5D8EB4-CF27-9E02-FA16-7D141C5F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EC536BF3-C5F2-4443-F7D1-D935A671B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FB425-D9E3-41ED-AD30-0893D565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1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78F6DEB-A53C-4420-B832-0C343E4AD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B24E900-C0CF-DF05-7FFB-BD297948E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85E5E329-A95E-D20B-8962-8A86B5067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0FB7AEE3-3BA5-4873-9DF1-00FD8BBF6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F9624260-B505-F006-EA0B-35866A64B2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7D54B95A-8EE5-BD6E-41A9-7FC24B583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9C2B7-A3AF-4FD1-993C-8910D6484E5E}" type="datetimeFigureOut">
              <a:rPr lang="en-US" smtClean="0"/>
              <a:t>07/04/2025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D6BAE48D-4046-C2BB-7999-FB82D4C6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9C5E6F26-58B7-10A1-F3CC-A6F52CFD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FB425-D9E3-41ED-AD30-0893D565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96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8F60A4-8072-F6DA-AED1-4EAFCBC26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06E92524-B419-E579-CC02-960F52E91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9C2B7-A3AF-4FD1-993C-8910D6484E5E}" type="datetimeFigureOut">
              <a:rPr lang="en-US" smtClean="0"/>
              <a:t>07/04/2025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145844BC-78C8-DC1F-3BB3-C573EB183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696BAC63-14F0-1F7E-B6B6-F8B253ED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FB425-D9E3-41ED-AD30-0893D565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5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82ED75D5-5E1C-9EA5-C86F-E42E3906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9C2B7-A3AF-4FD1-993C-8910D6484E5E}" type="datetimeFigureOut">
              <a:rPr lang="en-US" smtClean="0"/>
              <a:t>07/04/2025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88D592F5-1548-D2E5-F647-6AE3DCEE0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F4959A9-C942-2FDF-04BD-8BE62C6D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FB425-D9E3-41ED-AD30-0893D565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96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5667957-BA5B-D2EE-76FF-8E67163E0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BF16A59-1110-9262-7555-24F122CB5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CCD4F732-854E-8597-DBF0-D4A77CEB6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7822EF84-36CA-BD77-425B-6D0728D81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9C2B7-A3AF-4FD1-993C-8910D6484E5E}" type="datetimeFigureOut">
              <a:rPr lang="en-US" smtClean="0"/>
              <a:t>07/04/2025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BCE5E766-1D63-55AC-1C0B-6AC23A4B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40EE4FDD-2C63-75FD-C7AB-4C25686D0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FB425-D9E3-41ED-AD30-0893D565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3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F6A2DD0-67FE-67B6-BA96-69FA6C63A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637DFEE1-5461-41D4-A981-8BF3C9D8C9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65D26999-315C-E7A8-7F34-95A9689B4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6933520F-98B4-5CEB-9F78-1454BF125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9C2B7-A3AF-4FD1-993C-8910D6484E5E}" type="datetimeFigureOut">
              <a:rPr lang="en-US" smtClean="0"/>
              <a:t>07/04/2025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DCAE6876-680F-C82B-3156-A66F4C0A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7A1457F-5BC0-CE7B-F1D6-4F24BA603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FB425-D9E3-41ED-AD30-0893D565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4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8110F89-A4A9-D83E-FB0C-3BC6571B2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539E16C-A716-7572-DEB1-BD78A9320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EA63729-74B2-F14B-2D1C-D569583AF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9C2B7-A3AF-4FD1-993C-8910D6484E5E}" type="datetimeFigureOut">
              <a:rPr lang="en-US" smtClean="0"/>
              <a:t>07/04/2025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21FC316-EF37-7D13-D45B-92009FC73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FC985A0-6BBE-42D7-AF28-B72B63F5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FB425-D9E3-41ED-AD30-0893D565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74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D51A7B5A-7BA4-252E-7BC6-EC0BDFF7A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29D680D2-0CE6-3D0A-3B57-9F0E31DC2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64ED9F2-68BB-B3CE-5905-71F14B5B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9C2B7-A3AF-4FD1-993C-8910D6484E5E}" type="datetimeFigureOut">
              <a:rPr lang="en-US" smtClean="0"/>
              <a:t>07/04/2025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DF201FE-6B94-221E-A682-61F3C972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31AE923-FC50-9C90-7A0C-B22001DF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FB425-D9E3-41ED-AD30-0893D565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04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2B028469-66DA-6E7E-E96E-FAC7010A5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3DB9947B-BF10-EAB8-D81D-04BA585C1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26FA93C-2212-D541-A0E2-3E141FD08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09C2B7-A3AF-4FD1-993C-8910D6484E5E}" type="datetimeFigureOut">
              <a:rPr lang="en-US" smtClean="0"/>
              <a:t>07/04/2025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936C02B8-7426-D400-DA74-8E2840696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FDF98D5-7C27-53EE-42D6-B86C08851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FB425-D9E3-41ED-AD30-0893D5652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798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12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6.bin"/><Relationship Id="rId5" Type="http://schemas.openxmlformats.org/officeDocument/2006/relationships/image" Target="../media/image5.wmf"/><Relationship Id="rId10" Type="http://schemas.openxmlformats.org/officeDocument/2006/relationships/image" Target="../media/image7.wmf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20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F9ECD04-A454-606D-5680-947DEA4B08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vi-VN" sz="4000" dirty="0"/>
              <a:t>Đại học Quốc gia Thành phố Hồ Chí Minh</a:t>
            </a:r>
            <a:br>
              <a:rPr lang="vi-VN" sz="4000" dirty="0"/>
            </a:br>
            <a:r>
              <a:rPr lang="vi-VN" sz="4000" dirty="0"/>
              <a:t>Trường Đại học Khoa học Tự nhiên</a:t>
            </a:r>
            <a:br>
              <a:rPr lang="vi-VN" sz="4000" dirty="0"/>
            </a:br>
            <a:r>
              <a:rPr lang="vi-VN" sz="4000" dirty="0"/>
              <a:t>Khoa Điện tử - Viễn thông</a:t>
            </a:r>
            <a:br>
              <a:rPr lang="vi-VN" sz="2700" dirty="0"/>
            </a:br>
            <a:br>
              <a:rPr lang="vi-VN" dirty="0"/>
            </a:br>
            <a:r>
              <a:rPr lang="vi-VN" dirty="0"/>
              <a:t>Thiết kế vi mạch tương tự</a:t>
            </a:r>
            <a:endParaRPr lang="en-US" dirty="0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4B231EF2-65C6-398B-8A91-0E55DF276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3255961"/>
          </a:xfrm>
        </p:spPr>
        <p:txBody>
          <a:bodyPr>
            <a:normAutofit fontScale="92500" lnSpcReduction="10000"/>
          </a:bodyPr>
          <a:lstStyle/>
          <a:p>
            <a:r>
              <a:rPr lang="vi-VN" dirty="0"/>
              <a:t>Giảng viên: Tiến sĩ Bùi Trọng Tú</a:t>
            </a:r>
          </a:p>
          <a:p>
            <a:endParaRPr lang="vi-VN" dirty="0"/>
          </a:p>
          <a:p>
            <a:r>
              <a:rPr lang="vi-VN" dirty="0"/>
              <a:t>Thành phố Hồ Chí Minh – Năm 2025</a:t>
            </a:r>
          </a:p>
          <a:p>
            <a:endParaRPr lang="vi-VN" dirty="0"/>
          </a:p>
          <a:p>
            <a:endParaRPr lang="vi-VN" dirty="0"/>
          </a:p>
          <a:p>
            <a:endParaRPr lang="vi-VN" dirty="0"/>
          </a:p>
          <a:p>
            <a:r>
              <a:rPr lang="vi-VN" dirty="0"/>
              <a:t>21200274_Nguyễn Tiến Đại</a:t>
            </a:r>
          </a:p>
          <a:p>
            <a:r>
              <a:rPr lang="vi-VN" dirty="0"/>
              <a:t>21200293_Lê Quang Huy</a:t>
            </a:r>
          </a:p>
          <a:p>
            <a:endParaRPr lang="vi-VN" dirty="0"/>
          </a:p>
          <a:p>
            <a:endParaRPr lang="en-US" dirty="0"/>
          </a:p>
        </p:txBody>
      </p:sp>
      <p:pic>
        <p:nvPicPr>
          <p:cNvPr id="2052" name="Picture 4" descr="Trường Đại học Khoa học Tự nhiên, ĐHQG-HCM">
            <a:extLst>
              <a:ext uri="{FF2B5EF4-FFF2-40B4-BE49-F238E27FC236}">
                <a16:creationId xmlns:a16="http://schemas.microsoft.com/office/drawing/2014/main" id="{E556C224-76F5-8952-396B-F4D9D0CA4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2021793" cy="165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6875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EB17800-7295-6981-C739-50E7B4C70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Mục lục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8AD23BC-AF54-E19C-087E-ECBDC1BD0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385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Trích xuất thông số</a:t>
            </a:r>
          </a:p>
          <a:p>
            <a:pPr marL="514350" indent="-514350">
              <a:buAutoNum type="arabicPeriod"/>
            </a:pPr>
            <a:r>
              <a:rPr lang="vi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</a:t>
            </a:r>
          </a:p>
          <a:p>
            <a:pPr marL="514350" indent="-514350">
              <a:buAutoNum type="arabicPeriod"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ICMR</a:t>
            </a:r>
          </a:p>
          <a:p>
            <a:pPr marL="514350" indent="-514350">
              <a:buAutoNum type="arabicPeriod"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 60</a:t>
            </a:r>
          </a:p>
          <a:p>
            <a:pPr marL="514350" indent="-514350"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Pdiss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46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DF09D84-0D5B-ABE0-BBF0-82374E6F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Trích xuất thông số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998CC00-D43C-7414-9FE2-BC1140334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2130" y="1825625"/>
            <a:ext cx="6807739" cy="4351338"/>
          </a:xfrm>
        </p:spPr>
      </p:pic>
    </p:spTree>
    <p:extLst>
      <p:ext uri="{BB962C8B-B14F-4D97-AF65-F5344CB8AC3E}">
        <p14:creationId xmlns:p14="http://schemas.microsoft.com/office/powerpoint/2010/main" val="3671431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4DB477C-A62C-9516-75F7-020657C8E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vi-VN" dirty="0"/>
              <a:t>Trích xuất thông số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C1EEC3-1032-01D6-EA1F-9A9C4C0C2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53730"/>
            <a:ext cx="12192000" cy="579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072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B9705F0-C9F9-CDA2-64B8-9EBDE955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2398"/>
          </a:xfrm>
        </p:spPr>
        <p:txBody>
          <a:bodyPr/>
          <a:lstStyle/>
          <a:p>
            <a:r>
              <a:rPr lang="vi-VN" dirty="0"/>
              <a:t>Trích xuất thông số</a:t>
            </a:r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DCA5082-47CE-674B-8A61-8D3FCBB633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376136"/>
              </p:ext>
            </p:extLst>
          </p:nvPr>
        </p:nvGraphicFramePr>
        <p:xfrm>
          <a:off x="4927600" y="26416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198720" progId="Equation.DSMT4">
                  <p:embed/>
                </p:oleObj>
              </mc:Choice>
              <mc:Fallback>
                <p:oleObj name="Equation" r:id="rId2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927600" y="26416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503295F-8730-7830-4AD2-E247660103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537167"/>
              </p:ext>
            </p:extLst>
          </p:nvPr>
        </p:nvGraphicFramePr>
        <p:xfrm>
          <a:off x="997360" y="1287459"/>
          <a:ext cx="3073195" cy="639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160" imgH="393480" progId="Equation.DSMT4">
                  <p:embed/>
                </p:oleObj>
              </mc:Choice>
              <mc:Fallback>
                <p:oleObj name="Equation" r:id="rId4" imgW="18921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7360" y="1287459"/>
                        <a:ext cx="3073195" cy="639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C8EEFEF-7D98-D0BA-91A1-BB079ABACB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779241"/>
              </p:ext>
            </p:extLst>
          </p:nvPr>
        </p:nvGraphicFramePr>
        <p:xfrm>
          <a:off x="5327650" y="26511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20" imgH="177480" progId="Equation.DSMT4">
                  <p:embed/>
                </p:oleObj>
              </mc:Choice>
              <mc:Fallback>
                <p:oleObj name="Equation" r:id="rId6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27650" y="26511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2CD0343F-EE24-C7CA-3F49-469991BD44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4457838"/>
              </p:ext>
            </p:extLst>
          </p:nvPr>
        </p:nvGraphicFramePr>
        <p:xfrm>
          <a:off x="997360" y="2085651"/>
          <a:ext cx="2207957" cy="1486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82680" imgH="863280" progId="Equation.DSMT4">
                  <p:embed/>
                </p:oleObj>
              </mc:Choice>
              <mc:Fallback>
                <p:oleObj name="Equation" r:id="rId7" imgW="12826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97360" y="2085651"/>
                        <a:ext cx="2207957" cy="14865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62CE93DA-E27D-0384-B685-9B1A74BB0A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120379"/>
              </p:ext>
            </p:extLst>
          </p:nvPr>
        </p:nvGraphicFramePr>
        <p:xfrm>
          <a:off x="1035460" y="3572197"/>
          <a:ext cx="2207957" cy="43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28520" imgH="203040" progId="Equation.DSMT4">
                  <p:embed/>
                </p:oleObj>
              </mc:Choice>
              <mc:Fallback>
                <p:oleObj name="Equation" r:id="rId9" imgW="1028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35460" y="3572197"/>
                        <a:ext cx="2207957" cy="436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FC61F092-1541-C043-597F-87FC47E08B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993741"/>
              </p:ext>
            </p:extLst>
          </p:nvPr>
        </p:nvGraphicFramePr>
        <p:xfrm>
          <a:off x="6242050" y="1318169"/>
          <a:ext cx="5035550" cy="2650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95480" imgH="1523880" progId="Equation.DSMT4">
                  <p:embed/>
                </p:oleObj>
              </mc:Choice>
              <mc:Fallback>
                <p:oleObj name="Equation" r:id="rId11" imgW="2895480" imgH="1523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42050" y="1318169"/>
                        <a:ext cx="5035550" cy="2650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4526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49D8E49-6BB2-753C-7951-6A800B114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Trích xuất thông số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259D88-7097-1059-1FA4-F28B9947B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120" y="1478111"/>
            <a:ext cx="8763759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906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648D571-1EE4-E2A7-C52F-0013C1760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32"/>
            <a:ext cx="10515600" cy="1325563"/>
          </a:xfrm>
        </p:spPr>
        <p:txBody>
          <a:bodyPr/>
          <a:lstStyle/>
          <a:p>
            <a:r>
              <a:rPr lang="vi-VN" dirty="0"/>
              <a:t>Trích xuất thông số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822BE5-C3F8-F809-3DD9-FFFE31372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7495"/>
            <a:ext cx="12192000" cy="546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833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203E6F3-0DA7-60DF-1B2E-6150EC344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Trích xuất thông số</a:t>
            </a:r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1933438-D65F-C522-2A71-298F4FD7B0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7836745"/>
              </p:ext>
            </p:extLst>
          </p:nvPr>
        </p:nvGraphicFramePr>
        <p:xfrm>
          <a:off x="1042424" y="1296987"/>
          <a:ext cx="2959305" cy="632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393480" progId="Equation.DSMT4">
                  <p:embed/>
                </p:oleObj>
              </mc:Choice>
              <mc:Fallback>
                <p:oleObj name="Equation" r:id="rId2" imgW="18414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42424" y="1296987"/>
                        <a:ext cx="2959305" cy="6326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EAF3B04-31E9-8969-031E-C479745C76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312868"/>
              </p:ext>
            </p:extLst>
          </p:nvPr>
        </p:nvGraphicFramePr>
        <p:xfrm>
          <a:off x="1042424" y="2051050"/>
          <a:ext cx="2132189" cy="1918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1143000" progId="Equation.DSMT4">
                  <p:embed/>
                </p:oleObj>
              </mc:Choice>
              <mc:Fallback>
                <p:oleObj name="Equation" r:id="rId4" imgW="126972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42424" y="2051050"/>
                        <a:ext cx="2132189" cy="1918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D7F28A3-37FB-616E-2E96-4CA9B16F73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747102"/>
              </p:ext>
            </p:extLst>
          </p:nvPr>
        </p:nvGraphicFramePr>
        <p:xfrm>
          <a:off x="6096000" y="1296987"/>
          <a:ext cx="4675852" cy="251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82880" imgH="1549080" progId="Equation.DSMT4">
                  <p:embed/>
                </p:oleObj>
              </mc:Choice>
              <mc:Fallback>
                <p:oleObj name="Equation" r:id="rId6" imgW="2882880" imgH="1549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96000" y="1296987"/>
                        <a:ext cx="4675852" cy="2513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1714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6DAC6-6D1E-BD0B-3BFC-AEEF83EA5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72741B3-D9AC-C2F8-F355-0FC245462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Trích xuất thông số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13DA96-FAA7-A7FC-376A-CE3F21EFD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349803"/>
              </p:ext>
            </p:extLst>
          </p:nvPr>
        </p:nvGraphicFramePr>
        <p:xfrm>
          <a:off x="1049020" y="1443566"/>
          <a:ext cx="8128000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987449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766947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435527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041665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Lamda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047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NMOS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1.7929*e-4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0.3932664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9503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4.537*e-5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-0.4045194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762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330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6B435-4431-B5A0-7E5E-DC107855B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61387A-4C92-C8DF-188D-AD21756AC833}"/>
              </a:ext>
            </a:extLst>
          </p:cNvPr>
          <p:cNvSpPr txBox="1"/>
          <p:nvPr/>
        </p:nvSpPr>
        <p:spPr>
          <a:xfrm>
            <a:off x="838200" y="1484948"/>
            <a:ext cx="8862060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 = 0.5um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Av &gt; 3000V/V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VDD = 0.9V, VSS = -0.9V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khuếch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GB = 5MHz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Slew Rate: SR &gt; 10V/us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margin = 60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range: -0.5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0.5 V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ICMR: -0.5  0.5 V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Công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tiêu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Pdiss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&lt; 3mW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574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43BE0ED-6F25-5EA6-DEB9-2A864F159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6FBBC6E-B8D8-5F0B-F60C-2348C17D57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vi-VN" dirty="0">
                    <a:latin typeface="+mj-lt"/>
                  </a:rPr>
                  <a:t>Với lề pha là 60 </a:t>
                </a:r>
                <a:r>
                  <a:rPr lang="vi-VN" dirty="0">
                    <a:latin typeface="+mj-lt"/>
                    <a:sym typeface="Wingdings" panose="05000000000000000000" pitchFamily="2" charset="2"/>
                  </a:rPr>
                  <a:t> </a:t>
                </a:r>
                <a:r>
                  <a:rPr lang="vi-VN" dirty="0">
                    <a:latin typeface="+mj-lt"/>
                  </a:rPr>
                  <a:t>Cc &gt;</a:t>
                </a:r>
                <a:r>
                  <a:rPr lang="en-US" dirty="0">
                    <a:latin typeface="+mj-lt"/>
                  </a:rPr>
                  <a:t>=</a:t>
                </a:r>
                <a:r>
                  <a:rPr lang="vi-VN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vi-VN" dirty="0">
                    <a:latin typeface="+mj-lt"/>
                  </a:rPr>
                  <a:t> . CL = 2,2pF</a:t>
                </a:r>
              </a:p>
              <a:p>
                <a:r>
                  <a:rPr lang="vi-VN" dirty="0">
                    <a:latin typeface="+mj-lt"/>
                  </a:rPr>
                  <a:t>Chọn Cc = </a:t>
                </a:r>
                <a:r>
                  <a:rPr lang="en-US" dirty="0">
                    <a:latin typeface="+mj-lt"/>
                  </a:rPr>
                  <a:t>2.2</a:t>
                </a:r>
                <a:r>
                  <a:rPr lang="vi-VN" dirty="0">
                    <a:latin typeface="+mj-lt"/>
                  </a:rPr>
                  <a:t>pF</a:t>
                </a:r>
              </a:p>
              <a:p>
                <a:endParaRPr lang="vi-VN" dirty="0">
                  <a:latin typeface="+mj-lt"/>
                </a:endParaRPr>
              </a:p>
              <a:p>
                <a:r>
                  <a:rPr lang="vi-VN" dirty="0">
                    <a:latin typeface="+mj-lt"/>
                  </a:rPr>
                  <a:t>SR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ISS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Cc</m:t>
                        </m:r>
                      </m:den>
                    </m:f>
                  </m:oMath>
                </a14:m>
                <a:r>
                  <a:rPr lang="vi-VN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ISS</m:t>
                        </m:r>
                      </m:num>
                      <m:den>
                        <m:r>
                          <a:rPr lang="vi-VN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pF</m:t>
                        </m:r>
                      </m:den>
                    </m:f>
                  </m:oMath>
                </a14:m>
                <a:r>
                  <a:rPr lang="vi-VN" dirty="0">
                    <a:latin typeface="+mj-lt"/>
                  </a:rPr>
                  <a:t> = 10V/</a:t>
                </a:r>
                <a:r>
                  <a:rPr lang="vi-VN" dirty="0" err="1">
                    <a:latin typeface="+mj-lt"/>
                  </a:rPr>
                  <a:t>us</a:t>
                </a:r>
                <a:r>
                  <a:rPr lang="vi-VN" dirty="0">
                    <a:latin typeface="+mj-lt"/>
                  </a:rPr>
                  <a:t> </a:t>
                </a:r>
                <a:r>
                  <a:rPr lang="vi-VN" dirty="0">
                    <a:latin typeface="+mj-lt"/>
                    <a:sym typeface="Wingdings" panose="05000000000000000000" pitchFamily="2" charset="2"/>
                  </a:rPr>
                  <a:t></a:t>
                </a:r>
                <a:r>
                  <a:rPr lang="vi-VN" dirty="0">
                    <a:latin typeface="+mj-lt"/>
                  </a:rPr>
                  <a:t> ISS = 30uA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6FBBC6E-B8D8-5F0B-F60C-2348C17D5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894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8929A99-5588-8549-FDF4-53BDD21AB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M3, M4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C43A732-CE88-F5BA-F979-5EB481247A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745280"/>
              </p:ext>
            </p:extLst>
          </p:nvPr>
        </p:nvGraphicFramePr>
        <p:xfrm>
          <a:off x="1104899" y="1782762"/>
          <a:ext cx="7527472" cy="3842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57600" imgH="1866600" progId="Equation.DSMT4">
                  <p:embed/>
                </p:oleObj>
              </mc:Choice>
              <mc:Fallback>
                <p:oleObj name="Equation" r:id="rId2" imgW="3657600" imgH="1866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04899" y="1782762"/>
                        <a:ext cx="7527472" cy="38421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0866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6ABD9-D015-3A4A-F46E-B2FA694D5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739D1FC-B354-B5B7-1431-73C04226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22735"/>
            <a:ext cx="10515600" cy="1325563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M1, M2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08CE89F-15E0-268C-0596-CFD3128A20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539392"/>
              </p:ext>
            </p:extLst>
          </p:nvPr>
        </p:nvGraphicFramePr>
        <p:xfrm>
          <a:off x="838200" y="1072943"/>
          <a:ext cx="10717213" cy="253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6680" imgH="1231560" progId="Equation.DSMT4">
                  <p:embed/>
                </p:oleObj>
              </mc:Choice>
              <mc:Fallback>
                <p:oleObj name="Equation" r:id="rId2" imgW="5206680" imgH="12315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6CB4FFD-94C0-04E2-7AE9-45FB53E92B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1072943"/>
                        <a:ext cx="10717213" cy="2535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0674CD5-CAE5-5B49-F304-B165E603AD6F}"/>
              </a:ext>
            </a:extLst>
          </p:cNvPr>
          <p:cNvSpPr txBox="1"/>
          <p:nvPr/>
        </p:nvSpPr>
        <p:spPr>
          <a:xfrm>
            <a:off x="838200" y="3624067"/>
            <a:ext cx="10395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VDS5(sat)&gt;0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S1&gt;3690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ICMR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Vinmin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=-0.1V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441899B-CD75-F8CA-3F33-2EC180E202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283769"/>
              </p:ext>
            </p:extLst>
          </p:nvPr>
        </p:nvGraphicFramePr>
        <p:xfrm>
          <a:off x="838200" y="4245108"/>
          <a:ext cx="4693558" cy="1311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73040" imgH="634680" progId="Equation.DSMT4">
                  <p:embed/>
                </p:oleObj>
              </mc:Choice>
              <mc:Fallback>
                <p:oleObj name="Equation" r:id="rId4" imgW="2273040" imgH="6346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3592909-275F-E34F-EA82-13CBA6B5D8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200" y="4245108"/>
                        <a:ext cx="4693558" cy="1311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57542F-3685-A1E4-0765-2B30F6687D3E}"/>
              </a:ext>
            </a:extLst>
          </p:cNvPr>
          <p:cNvSpPr txBox="1"/>
          <p:nvPr/>
        </p:nvSpPr>
        <p:spPr>
          <a:xfrm>
            <a:off x="5627915" y="4085732"/>
            <a:ext cx="6291944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S1 = 20 =&gt;W1 = W2 = 10u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VDS5(sat)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550CB7F-3D2C-12D1-A4BD-650ECABD0B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190673"/>
              </p:ext>
            </p:extLst>
          </p:nvPr>
        </p:nvGraphicFramePr>
        <p:xfrm>
          <a:off x="6877276" y="5842578"/>
          <a:ext cx="4356780" cy="46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60440" imgH="241200" progId="Equation.DSMT4">
                  <p:embed/>
                </p:oleObj>
              </mc:Choice>
              <mc:Fallback>
                <p:oleObj name="Equation" r:id="rId6" imgW="22604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77276" y="5842578"/>
                        <a:ext cx="4356780" cy="46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8042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F2C1D-5AB7-8678-2C4A-B1936B522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4DA641E-B329-2877-3F9B-C30BA72EE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22735"/>
            <a:ext cx="10515600" cy="1325563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M6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B17F683-AE05-A67A-30C6-A1DC0A6602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5408240"/>
              </p:ext>
            </p:extLst>
          </p:nvPr>
        </p:nvGraphicFramePr>
        <p:xfrm>
          <a:off x="908051" y="1014011"/>
          <a:ext cx="7714840" cy="2054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92280" imgH="1143000" progId="Equation.DSMT4">
                  <p:embed/>
                </p:oleObj>
              </mc:Choice>
              <mc:Fallback>
                <p:oleObj name="Equation" r:id="rId2" imgW="4292280" imgH="11430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E08CE89F-15E0-268C-0596-CFD3128A20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8051" y="1014011"/>
                        <a:ext cx="7714840" cy="2054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êu đề 1">
            <a:extLst>
              <a:ext uri="{FF2B5EF4-FFF2-40B4-BE49-F238E27FC236}">
                <a16:creationId xmlns:a16="http://schemas.microsoft.com/office/drawing/2014/main" id="{47A220FE-D238-3B7D-ABF9-8757040E4519}"/>
              </a:ext>
            </a:extLst>
          </p:cNvPr>
          <p:cNvSpPr txBox="1">
            <a:spLocks/>
          </p:cNvSpPr>
          <p:nvPr/>
        </p:nvSpPr>
        <p:spPr>
          <a:xfrm>
            <a:off x="838200" y="315430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M7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ED8D396-DFCB-FFD6-767D-FA45F2907E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200919"/>
              </p:ext>
            </p:extLst>
          </p:nvPr>
        </p:nvGraphicFramePr>
        <p:xfrm>
          <a:off x="3078931" y="3491315"/>
          <a:ext cx="8770603" cy="287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95600" imgH="1739880" progId="Equation.DSMT4">
                  <p:embed/>
                </p:oleObj>
              </mc:Choice>
              <mc:Fallback>
                <p:oleObj name="Equation" r:id="rId4" imgW="5295600" imgH="1739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78931" y="3491315"/>
                        <a:ext cx="8770603" cy="2879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9193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F6F2-99FE-0060-D8FA-02894E2A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Testbench Av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8F79F-60D0-ED4C-297A-F8CDA4271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96527"/>
            <a:ext cx="10515600" cy="496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627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5839-34A9-BAF0-575B-45743F875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3B0E2C-2CD2-DD12-F9A3-C4DA61804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962" y="1306000"/>
            <a:ext cx="9028038" cy="4245999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2C76CD7-4EC5-A15C-1CF4-71D2835AB0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946853"/>
              </p:ext>
            </p:extLst>
          </p:nvPr>
        </p:nvGraphicFramePr>
        <p:xfrm>
          <a:off x="165123" y="1987907"/>
          <a:ext cx="2998839" cy="682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41400" imgH="419040" progId="Equation.DSMT4">
                  <p:embed/>
                </p:oleObj>
              </mc:Choice>
              <mc:Fallback>
                <p:oleObj name="Equation" r:id="rId3" imgW="18414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5123" y="1987907"/>
                        <a:ext cx="2998839" cy="6824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3608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17614-0BAD-EF6C-F798-4397C38AD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Testbench GB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F5DBB7-B1F6-E9D4-9852-162F6A1D1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063" y="1345074"/>
            <a:ext cx="9767873" cy="458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14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78CB-DFF7-D92B-5943-0E7E9D154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2E62C-A318-E37A-33DB-65C8FF12F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748" y="1476375"/>
            <a:ext cx="9891252" cy="4651979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1EC830A1-71C6-26B7-A0D6-87BC617A3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784782"/>
              </p:ext>
            </p:extLst>
          </p:nvPr>
        </p:nvGraphicFramePr>
        <p:xfrm>
          <a:off x="84392" y="1690688"/>
          <a:ext cx="2216356" cy="701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74640" imgH="431640" progId="Equation.DSMT4">
                  <p:embed/>
                </p:oleObj>
              </mc:Choice>
              <mc:Fallback>
                <p:oleObj name="Equation" r:id="rId3" imgW="1574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392" y="1690688"/>
                        <a:ext cx="2216356" cy="7014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6893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88EEF-CA1D-50F0-667C-D8758C5EF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B5CF3-AF2A-7244-CC96-9F144E0B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Testbench Slew Rate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5FAB34-0BE6-F26C-3842-E7F76C5B1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60" y="1437046"/>
            <a:ext cx="10261479" cy="482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727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86576-FCF5-759D-6965-082BF2D05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C4A4-680E-BD1B-C3B2-4257898F3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 Rising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20CA8DC-131D-A432-EC18-7AB5533D0F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632515"/>
              </p:ext>
            </p:extLst>
          </p:nvPr>
        </p:nvGraphicFramePr>
        <p:xfrm>
          <a:off x="138132" y="5901148"/>
          <a:ext cx="2850806" cy="706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393480" progId="Equation.DSMT4">
                  <p:embed/>
                </p:oleObj>
              </mc:Choice>
              <mc:Fallback>
                <p:oleObj name="Equation" r:id="rId2" imgW="1841400" imgH="39348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1EC830A1-71C6-26B7-A0D6-87BC617A3B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8132" y="5901148"/>
                        <a:ext cx="2850806" cy="706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3E20321-00F2-9D10-6829-DDB57D60A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5246" y="1391060"/>
            <a:ext cx="9261507" cy="43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741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65095-618B-6EAD-058D-C05DD050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E53D1-19BC-EE1E-A308-6F3D4CEA9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 Falling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C1D455D-A420-8C22-2379-7FE34E9C13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480664"/>
              </p:ext>
            </p:extLst>
          </p:nvPr>
        </p:nvGraphicFramePr>
        <p:xfrm>
          <a:off x="138132" y="5901148"/>
          <a:ext cx="2850806" cy="706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400" imgH="393480" progId="Equation.DSMT4">
                  <p:embed/>
                </p:oleObj>
              </mc:Choice>
              <mc:Fallback>
                <p:oleObj name="Equation" r:id="rId2" imgW="1841400" imgH="39348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620CA8DC-131D-A432-EC18-7AB5533D0F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8132" y="5901148"/>
                        <a:ext cx="2850806" cy="706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8C5B05C-5884-919C-A176-5B52DA8E4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116" y="1323608"/>
            <a:ext cx="9424219" cy="442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19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E4F6-C815-DA6F-0529-E8695F50E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6E26-6B8D-7157-3EA6-84671DA17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Testbench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B8B4FE-6B2F-31C0-D054-92A2BF939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77" y="1427213"/>
            <a:ext cx="10136046" cy="476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60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3945D-569E-C1A7-7F10-C61D782A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92784-756E-BF3A-01EE-A43C8B793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366A8-64CD-EAF8-B378-967C526A6D0B}"/>
              </a:ext>
            </a:extLst>
          </p:cNvPr>
          <p:cNvSpPr txBox="1"/>
          <p:nvPr/>
        </p:nvSpPr>
        <p:spPr>
          <a:xfrm>
            <a:off x="3662516" y="5840360"/>
            <a:ext cx="4866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range: -0.3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0.7 V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F84163-3A33-3BEC-D03A-63E059FAC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630" y="1454150"/>
            <a:ext cx="8984739" cy="425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382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A068E-3502-E848-102E-0F9745AB2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B693A-D0D3-F90E-0844-39AF93AB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Testbench ICMR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B5765D-0407-EE35-BBD6-85B2150C5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762" y="1559898"/>
            <a:ext cx="8702476" cy="408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2279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71F78-39DC-2C37-B33E-BAF073DE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26E91-727C-491F-9F3C-FB5C34BA9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ICMR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681C5-3431-3CDD-DD0B-32E3A0F49C66}"/>
              </a:ext>
            </a:extLst>
          </p:cNvPr>
          <p:cNvSpPr txBox="1"/>
          <p:nvPr/>
        </p:nvSpPr>
        <p:spPr>
          <a:xfrm>
            <a:off x="3662516" y="5840360"/>
            <a:ext cx="4866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ICMR: -0.8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0.7 V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3601AD-BC51-783F-85CE-FA9925D6A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342" y="1326024"/>
            <a:ext cx="8473953" cy="400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91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ECFCE-20ED-3E6D-871F-692405392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2D50-4967-E97C-F85B-4DC8E45A5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Testbench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Pdiss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015C1F-DDCC-6B57-16C3-C33A3E545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437" y="1438143"/>
            <a:ext cx="4732430" cy="44733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B65BBD-6462-201D-2BD1-B381447A0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90" y="1438143"/>
            <a:ext cx="6310761" cy="4473328"/>
          </a:xfrm>
          <a:prstGeom prst="rect">
            <a:avLst/>
          </a:prstGeom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F72ECBC-DF3E-2E6D-F622-EEDBE91EEF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741461"/>
              </p:ext>
            </p:extLst>
          </p:nvPr>
        </p:nvGraphicFramePr>
        <p:xfrm>
          <a:off x="741466" y="6043356"/>
          <a:ext cx="105140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14330" imgH="466508" progId="Equation.DSMT4">
                  <p:embed/>
                </p:oleObj>
              </mc:Choice>
              <mc:Fallback>
                <p:oleObj name="Equation" r:id="rId4" imgW="10514330" imgH="46650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1466" y="6043356"/>
                        <a:ext cx="10514012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3872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FC173-0392-2B20-B046-E16EDC293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7A2B0-BF99-451A-553E-AD947E87F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674DEF-9C0F-88B1-49F1-28B404123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820792"/>
              </p:ext>
            </p:extLst>
          </p:nvPr>
        </p:nvGraphicFramePr>
        <p:xfrm>
          <a:off x="1048774" y="1690688"/>
          <a:ext cx="8127999" cy="3235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3643536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4614152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94375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5293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&gt;3000 V/V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2400 V/V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19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5MHz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 MHz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617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&gt;10V/us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Rise: 5.08 V/us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Fall: 2.54 V/us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115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529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Vout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-0.5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 0.5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-0.3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 0.7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110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ICMR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-0.5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 0.5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-0.8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 0.7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690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Pdiss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&lt;3mW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1.44018 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mW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4926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27142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2384</TotalTime>
  <Words>404</Words>
  <Application>Microsoft Office PowerPoint</Application>
  <PresentationFormat>Widescreen</PresentationFormat>
  <Paragraphs>98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Times New Roman</vt:lpstr>
      <vt:lpstr>Wingdings</vt:lpstr>
      <vt:lpstr>Chủ đề Office</vt:lpstr>
      <vt:lpstr>Equation</vt:lpstr>
      <vt:lpstr>MathType 7.0 Equation</vt:lpstr>
      <vt:lpstr>Đại học Quốc gia Thành phố Hồ Chí Minh Trường Đại học Khoa học Tự nhiên Khoa Điện tử - Viễn thông  Thiết kế vi mạch tương tự</vt:lpstr>
      <vt:lpstr>Mục lục</vt:lpstr>
      <vt:lpstr>Trích xuất thông số</vt:lpstr>
      <vt:lpstr>Trích xuất thông số</vt:lpstr>
      <vt:lpstr>Trích xuất thông số</vt:lpstr>
      <vt:lpstr>Trích xuất thông số</vt:lpstr>
      <vt:lpstr>Trích xuất thông số</vt:lpstr>
      <vt:lpstr>Trích xuất thông số</vt:lpstr>
      <vt:lpstr>Trích xuất thông số</vt:lpstr>
      <vt:lpstr>Yêu cầu thiết kế</vt:lpstr>
      <vt:lpstr>Cc</vt:lpstr>
      <vt:lpstr>Tính M3, M4</vt:lpstr>
      <vt:lpstr>Tính M1, M2</vt:lpstr>
      <vt:lpstr>Tính M6</vt:lpstr>
      <vt:lpstr>Testbench Av</vt:lpstr>
      <vt:lpstr>Kết quả Av</vt:lpstr>
      <vt:lpstr>Testbench GB</vt:lpstr>
      <vt:lpstr>Kết quả GB</vt:lpstr>
      <vt:lpstr>Testbench Slew Rate</vt:lpstr>
      <vt:lpstr>Kết quả SR Rising</vt:lpstr>
      <vt:lpstr>Kết quả SR Falling</vt:lpstr>
      <vt:lpstr>Testbench Vout Range</vt:lpstr>
      <vt:lpstr>Kết quả Vout range</vt:lpstr>
      <vt:lpstr>Testbench ICMR</vt:lpstr>
      <vt:lpstr>Kết quả ICMR</vt:lpstr>
      <vt:lpstr>Testbench Pdiss</vt:lpstr>
      <vt:lpstr>Tóm lại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LÊ QUANG HUY</dc:creator>
  <cp:lastModifiedBy>NGUYỄN TIẾN ĐẠI</cp:lastModifiedBy>
  <cp:revision>24</cp:revision>
  <dcterms:created xsi:type="dcterms:W3CDTF">2024-12-10T12:46:39Z</dcterms:created>
  <dcterms:modified xsi:type="dcterms:W3CDTF">2025-04-07T11:20:41Z</dcterms:modified>
</cp:coreProperties>
</file>